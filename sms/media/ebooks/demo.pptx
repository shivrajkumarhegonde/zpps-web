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44" d="100"/>
          <a:sy n="44" d="100"/>
        </p:scale>
        <p:origin x="7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39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04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84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90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557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04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5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30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36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3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3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6D933-6849-491A-A943-D4DC53883E3C}" type="datetimeFigureOut">
              <a:rPr lang="en-US" smtClean="0"/>
              <a:t>20-Jan-25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B9FAD-2963-49FE-97AE-0A5761EBF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5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818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Shivkumar Hegonde</dc:creator>
  <cp:lastModifiedBy>Shivkumar Hegonde</cp:lastModifiedBy>
  <cp:revision>1</cp:revision>
  <dcterms:created xsi:type="dcterms:W3CDTF">2025-01-19T20:55:12Z</dcterms:created>
  <dcterms:modified xsi:type="dcterms:W3CDTF">2025-01-19T20:55:18Z</dcterms:modified>
</cp:coreProperties>
</file>